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4675"/>
  </p:normalViewPr>
  <p:slideViewPr>
    <p:cSldViewPr snapToGrid="0">
      <p:cViewPr varScale="1">
        <p:scale>
          <a:sx n="89" d="100"/>
          <a:sy n="89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moke coming out of smoke in the sky&#10;&#10;AI-generated content may be incorrect.">
            <a:extLst>
              <a:ext uri="{FF2B5EF4-FFF2-40B4-BE49-F238E27FC236}">
                <a16:creationId xmlns:a16="http://schemas.microsoft.com/office/drawing/2014/main" id="{832D508A-90EB-4E94-FA02-B8F01C7402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77050"/>
          </a:xfrm>
          <a:prstGeom prst="rect">
            <a:avLst/>
          </a:prstGeom>
          <a:effectLst>
            <a:reflection endPos="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254D9F-0EA3-3508-DE27-573226772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443" y="971548"/>
            <a:ext cx="11187113" cy="3128965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CO2 Emissions Flow Across Countries over the Decades: </a:t>
            </a:r>
            <a:br>
              <a:rPr lang="en-IN" sz="4400" dirty="0"/>
            </a:br>
            <a:br>
              <a:rPr lang="en-IN" sz="4400" dirty="0"/>
            </a:br>
            <a:r>
              <a:rPr lang="en-IN" sz="4400" b="1" dirty="0"/>
              <a:t>An Animated Sankey Story</a:t>
            </a:r>
            <a:br>
              <a:rPr lang="en-IN" sz="2800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7C816-370B-A0FF-CB12-60FD4D124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3724" y="5306345"/>
            <a:ext cx="5357600" cy="1160213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b="1" i="1" dirty="0"/>
              <a:t>Project by:</a:t>
            </a:r>
          </a:p>
          <a:p>
            <a:pPr algn="ctr"/>
            <a:r>
              <a:rPr lang="en-IN" b="1" i="1" dirty="0"/>
              <a:t>Sayali Pawar, Dept of Computing, DCU</a:t>
            </a:r>
          </a:p>
          <a:p>
            <a:pPr algn="ctr"/>
            <a:r>
              <a:rPr lang="en-IN" b="1" i="1" dirty="0"/>
              <a:t>Vaibhav Thalal, Dept of Computing, DCU</a:t>
            </a: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36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9FA41-8FB4-19CB-2D4F-BE70E4C1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moke coming out of smoke in the sky&#10;&#10;AI-generated content may be incorrect.">
            <a:extLst>
              <a:ext uri="{FF2B5EF4-FFF2-40B4-BE49-F238E27FC236}">
                <a16:creationId xmlns:a16="http://schemas.microsoft.com/office/drawing/2014/main" id="{748C7D4C-CA52-7DC0-C692-D7C8FE594E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77050"/>
          </a:xfrm>
          <a:prstGeom prst="rect">
            <a:avLst/>
          </a:prstGeom>
          <a:effectLst>
            <a:reflection endPos="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2C637F-F04D-86F8-1B09-E52E0CDAE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2506" y="755917"/>
            <a:ext cx="3698082" cy="1754326"/>
          </a:xfrm>
        </p:spPr>
        <p:txBody>
          <a:bodyPr>
            <a:noAutofit/>
          </a:bodyPr>
          <a:lstStyle/>
          <a:p>
            <a:pPr algn="l"/>
            <a:r>
              <a:rPr lang="en-IN" sz="4800" b="1" dirty="0"/>
              <a:t>Design Process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DCE0A-A5B6-2312-38D5-479E0246B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72550" y="5886452"/>
            <a:ext cx="3100674" cy="851570"/>
          </a:xfrm>
        </p:spPr>
        <p:txBody>
          <a:bodyPr anchor="ctr">
            <a:noAutofit/>
          </a:bodyPr>
          <a:lstStyle/>
          <a:p>
            <a:r>
              <a:rPr lang="en-US" sz="1000" b="1" i="1" dirty="0"/>
              <a:t>Project by:</a:t>
            </a:r>
          </a:p>
          <a:p>
            <a:r>
              <a:rPr lang="en-IN" sz="1000" b="1" i="1" dirty="0"/>
              <a:t>Sayali Pawar, Dept of Computing, DCU</a:t>
            </a:r>
          </a:p>
          <a:p>
            <a:r>
              <a:rPr lang="en-IN" sz="1000" b="1" i="1" dirty="0"/>
              <a:t>Vaibhav Thalal, Dept of Computing, DCU</a:t>
            </a:r>
            <a:r>
              <a:rPr lang="en-IN" sz="1000" dirty="0"/>
              <a:t> 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11F547-6EC8-6E28-5BD0-FF4EC1A3136D}"/>
              </a:ext>
            </a:extLst>
          </p:cNvPr>
          <p:cNvSpPr txBox="1"/>
          <p:nvPr/>
        </p:nvSpPr>
        <p:spPr>
          <a:xfrm>
            <a:off x="1002506" y="3556663"/>
            <a:ext cx="42148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Initial Sketch:</a:t>
            </a:r>
          </a:p>
          <a:p>
            <a:endParaRPr lang="en-US" dirty="0"/>
          </a:p>
          <a:p>
            <a:r>
              <a:rPr lang="en-US" dirty="0"/>
              <a:t>As per the dataset the columns we could consider for the Sankey plot in initial stage were.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Country</a:t>
            </a:r>
          </a:p>
          <a:p>
            <a:pPr marL="285750" indent="-285750">
              <a:buFontTx/>
              <a:buChar char="-"/>
            </a:pPr>
            <a:r>
              <a:rPr lang="en-US" dirty="0"/>
              <a:t>Total CO2 emission in KT</a:t>
            </a:r>
          </a:p>
        </p:txBody>
      </p:sp>
      <p:pic>
        <p:nvPicPr>
          <p:cNvPr id="7" name="Picture 6" descr="A diagram of a carbon dioxide emission&#10;&#10;AI-generated content may be incorrect.">
            <a:extLst>
              <a:ext uri="{FF2B5EF4-FFF2-40B4-BE49-F238E27FC236}">
                <a16:creationId xmlns:a16="http://schemas.microsoft.com/office/drawing/2014/main" id="{D1DFE59B-EF9F-A5BC-BA81-899E34D63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475" y="407019"/>
            <a:ext cx="7248525" cy="527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489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49647-B609-7113-0FE4-60EE10517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moke coming out of smoke in the sky&#10;&#10;AI-generated content may be incorrect.">
            <a:extLst>
              <a:ext uri="{FF2B5EF4-FFF2-40B4-BE49-F238E27FC236}">
                <a16:creationId xmlns:a16="http://schemas.microsoft.com/office/drawing/2014/main" id="{B4FB0D17-2EEE-8DBD-8C50-2387A9CBB1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77050"/>
          </a:xfrm>
          <a:prstGeom prst="rect">
            <a:avLst/>
          </a:prstGeom>
          <a:effectLst>
            <a:reflection endPos="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C65219-2ED6-4D2A-D6CB-43734FFF0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2506" y="755917"/>
            <a:ext cx="3698082" cy="1754326"/>
          </a:xfrm>
        </p:spPr>
        <p:txBody>
          <a:bodyPr>
            <a:noAutofit/>
          </a:bodyPr>
          <a:lstStyle/>
          <a:p>
            <a:pPr algn="l"/>
            <a:r>
              <a:rPr lang="en-IN" sz="4800" b="1" dirty="0"/>
              <a:t>Design Process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7220F-234C-682B-4030-F679A8E0E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72550" y="5886452"/>
            <a:ext cx="3100674" cy="851570"/>
          </a:xfrm>
        </p:spPr>
        <p:txBody>
          <a:bodyPr anchor="ctr">
            <a:noAutofit/>
          </a:bodyPr>
          <a:lstStyle/>
          <a:p>
            <a:r>
              <a:rPr lang="en-US" sz="1000" b="1" i="1" dirty="0"/>
              <a:t>Project by:</a:t>
            </a:r>
          </a:p>
          <a:p>
            <a:r>
              <a:rPr lang="en-IN" sz="1000" b="1" i="1" dirty="0"/>
              <a:t>Sayali Pawar, Dept of Computing, DCU</a:t>
            </a:r>
          </a:p>
          <a:p>
            <a:r>
              <a:rPr lang="en-IN" sz="1000" b="1" i="1" dirty="0"/>
              <a:t>Vaibhav Thalal, Dept of Computing, DCU</a:t>
            </a:r>
            <a:r>
              <a:rPr lang="en-IN" sz="1000" dirty="0"/>
              <a:t> 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E1600B-0C49-EDBF-6A82-1B000BFE4853}"/>
              </a:ext>
            </a:extLst>
          </p:cNvPr>
          <p:cNvSpPr txBox="1"/>
          <p:nvPr/>
        </p:nvSpPr>
        <p:spPr>
          <a:xfrm>
            <a:off x="1002506" y="2385323"/>
            <a:ext cx="421481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Final Sketch:</a:t>
            </a:r>
          </a:p>
          <a:p>
            <a:endParaRPr lang="en-US" dirty="0"/>
          </a:p>
          <a:p>
            <a:r>
              <a:rPr lang="en-US" dirty="0"/>
              <a:t>We then investigated other Indicators related to CO2 emission in data.</a:t>
            </a:r>
          </a:p>
          <a:p>
            <a:r>
              <a:rPr lang="en-US" dirty="0"/>
              <a:t>We found out sources of CO2 emissions.</a:t>
            </a:r>
          </a:p>
          <a:p>
            <a:r>
              <a:rPr lang="en-US" dirty="0"/>
              <a:t>Fuel Type </a:t>
            </a:r>
          </a:p>
          <a:p>
            <a:pPr marL="285750" indent="-285750">
              <a:buFontTx/>
              <a:buChar char="-"/>
            </a:pPr>
            <a:r>
              <a:rPr lang="en-US" dirty="0"/>
              <a:t>Solid Fuels, Liquid Fuels and Gaseous Fuels.</a:t>
            </a:r>
          </a:p>
          <a:p>
            <a:endParaRPr lang="en-US" dirty="0"/>
          </a:p>
          <a:p>
            <a:r>
              <a:rPr lang="en-US" dirty="0"/>
              <a:t>We also created a custom column for continents of each country.</a:t>
            </a:r>
          </a:p>
          <a:p>
            <a:endParaRPr lang="en-US" dirty="0"/>
          </a:p>
          <a:p>
            <a:r>
              <a:rPr lang="en-US" dirty="0"/>
              <a:t>Also, we created the animation in graph by adding decade timeline at bottom.</a:t>
            </a:r>
          </a:p>
          <a:p>
            <a:endParaRPr lang="en-US" dirty="0"/>
          </a:p>
        </p:txBody>
      </p:sp>
      <p:pic>
        <p:nvPicPr>
          <p:cNvPr id="8" name="Picture 7" descr="A diagram of a co2 system&#10;&#10;AI-generated content may be incorrect.">
            <a:extLst>
              <a:ext uri="{FF2B5EF4-FFF2-40B4-BE49-F238E27FC236}">
                <a16:creationId xmlns:a16="http://schemas.microsoft.com/office/drawing/2014/main" id="{CDCEFDBA-856C-0AD7-6F86-1031DE56B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682" y="868173"/>
            <a:ext cx="7122318" cy="457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56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115</TotalTime>
  <Words>165</Words>
  <Application>Microsoft Macintosh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MS Shell Dlg 2</vt:lpstr>
      <vt:lpstr>Wingdings</vt:lpstr>
      <vt:lpstr>Wingdings 3</vt:lpstr>
      <vt:lpstr>Madison</vt:lpstr>
      <vt:lpstr>CO2 Emissions Flow Across Countries over the Decades:   An Animated Sankey Story </vt:lpstr>
      <vt:lpstr>Design Process</vt:lpstr>
      <vt:lpstr>Design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Thalal</dc:creator>
  <cp:lastModifiedBy>Vaibhav Thalal</cp:lastModifiedBy>
  <cp:revision>2</cp:revision>
  <dcterms:created xsi:type="dcterms:W3CDTF">2025-11-30T20:14:38Z</dcterms:created>
  <dcterms:modified xsi:type="dcterms:W3CDTF">2025-11-30T22:09:49Z</dcterms:modified>
</cp:coreProperties>
</file>